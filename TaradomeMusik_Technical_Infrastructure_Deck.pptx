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TaradomeMusik Platform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Artist-first monetization platform</a:t>
            </a:r>
          </a:p>
          <a:p>
            <a:r>
              <a:t>API-first architecture</a:t>
            </a:r>
          </a:p>
          <a:p>
            <a:r>
              <a:t>Integrated CRM + Ledger + Sponsorship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Scalable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Microservices architecture</a:t>
            </a:r>
          </a:p>
          <a:p>
            <a:r>
              <a:t>Cloud-native</a:t>
            </a:r>
          </a:p>
          <a:p>
            <a:r>
              <a:t>Multi-region ready</a:t>
            </a:r>
          </a:p>
          <a:p>
            <a:r>
              <a:t>CDN optimized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Subscriptions</a:t>
            </a:r>
          </a:p>
          <a:p>
            <a:r>
              <a:t>Sponsorships</a:t>
            </a:r>
          </a:p>
          <a:p>
            <a:r>
              <a:t>Merch</a:t>
            </a:r>
          </a:p>
          <a:p>
            <a:r>
              <a:t>Streaming</a:t>
            </a:r>
          </a:p>
          <a:p>
            <a:r>
              <a:t>Royalty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OAuth2 + JWT</a:t>
            </a:r>
          </a:p>
          <a:p>
            <a:r>
              <a:t>Encryption at rest</a:t>
            </a:r>
          </a:p>
          <a:p>
            <a:r>
              <a:t>Audit trails</a:t>
            </a:r>
          </a:p>
          <a:p>
            <a:r>
              <a:t>Role-based access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CRM intelligence</a:t>
            </a:r>
          </a:p>
          <a:p>
            <a:r>
              <a:t>Fan segmentation</a:t>
            </a:r>
          </a:p>
          <a:p>
            <a:r>
              <a:t>Geo-tour analytics</a:t>
            </a:r>
          </a:p>
          <a:p>
            <a:r>
              <a:t>AI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